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ff16355-e633-1030-2325-0d7bd39db9f0}">
          <p14:sldIdLst>
            <p14:sldId id="256"/>
            <p14:sldId id="257"/>
          </p14:sldIdLst>
        </p14:section>
        <p14:section name="기획 배경" id="{22261fd9-4c6a-1241-304f-8d4bfaff6ee7}">
          <p14:sldIdLst>
            <p14:sldId id="258"/>
            <p14:sldId id="259"/>
            <p14:sldId id="260"/>
            <p14:sldId id="261"/>
            <p14:sldId id="262"/>
          </p14:sldIdLst>
        </p14:section>
        <p14:section name="콘텐츠 구조" id="{f419bfcb-6271-e0a6-454f-8ae887112e2c}">
          <p14:sldIdLst>
            <p14:sldId id="263"/>
            <p14:sldId id="264"/>
          </p14:sldIdLst>
        </p14:section>
        <p14:section name="주요 화면" id="{8f2a107f-310e-cbf4-0db0-ef0f1f85a93a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지킨 원칙 · 제작" id="{4f3673f0-92f7-142b-c8ae-f735f0c67fc4}">
          <p14:sldIdLst>
            <p14:sldId id="271"/>
            <p14:sldId id="272"/>
          </p14:sldIdLst>
        </p14:section>
        <p14:section name="기술과 구현" id="{5112e0d7-81ee-6293-20e4-3bca05b61ef8}">
          <p14:sldIdLst>
            <p14:sldId id="273"/>
            <p14:sldId id="274"/>
            <p14:sldId id="275"/>
          </p14:sldIdLst>
        </p14:section>
        <p14:section name="피드백 · 결과" id="{47d82f82-262e-bcfe-aec2-2682a9e874f1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심묘한 산책은 경성야록 광고면의 수배 고양이 「심묘」를 주인공으로 한 스핀오프입니다. 기획부터 그림 디렉션, 디자인, 개발까지 혼자 진행했습니다.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B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4880"/>
            <a:ext cx="306766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118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심묘한 산책  ·  경성야록 스핀오프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1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심묘한 산책  ·  경성야록 스핀오프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1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image" Target="../media/image-13-5.jpeg"/><Relationship Id="rId6" Type="http://schemas.openxmlformats.org/officeDocument/2006/relationships/image" Target="../media/image-13-6.jpeg"/><Relationship Id="rId7" Type="http://schemas.openxmlformats.org/officeDocument/2006/relationships/image" Target="../media/image-13-7.jpeg"/><Relationship Id="rId8" Type="http://schemas.openxmlformats.org/officeDocument/2006/relationships/image" Target="../media/image-13-8.jpe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jpeg"/><Relationship Id="rId4" Type="http://schemas.openxmlformats.org/officeDocument/2006/relationships/image" Target="../media/image-20-4.jpeg"/><Relationship Id="rId5" Type="http://schemas.openxmlformats.org/officeDocument/2006/relationships/image" Target="../media/image-2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0" y="0"/>
            <a:ext cx="18288" cy="5143500"/>
          </a:xfrm>
          <a:prstGeom prst="rect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스핀오프  ·  1인 프로젝트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심묘한 산책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수배 고양이 「심묘」와 함께 걷는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1930년대 경성의 하루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아트 디렉션 · 디자인 · 개발   김소이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977640"/>
            <a:ext cx="1442232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SIMMYO WALK  ·  FINAL PRESENTATION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수배 고양이에서 시작한 이야기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구조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축과 사이트 흐름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화면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· ㄱ자 산책길 · 골목 · 엔딩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지킨 원칙 · 그림 제작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고증과 캐릭터 고정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기술과 구현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기술과 문제 해결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· 결과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반영한 것과 앞으로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6172200" y="1143000"/>
            <a:ext cx="2377440" cy="258775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211C17">
                <a:alpha val="25000"/>
              </a:srgbClr>
            </a:outerShdw>
          </a:effectLst>
        </p:spPr>
      </p:pic>
      <p:sp>
        <p:nvSpPr>
          <p:cNvPr id="29" name="Text 26"/>
          <p:cNvSpPr txBox="1"/>
          <p:nvPr/>
        </p:nvSpPr>
        <p:spPr>
          <a:xfrm>
            <a:off x="6172200" y="3977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호외 속 심묘 수배 사진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시작은 광고면 구석의 고양이 한 마리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“ 이 고양이는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어디로 갔을까 ? 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「사람을 찾음」 심인 광고 칸에는 사람 대신 수배 고양이 한 마리가 실려 있었습니다. 팀 프로젝트를 만들며 가장 마음이 갔던 이 고양이를 주인공으로, 혼자 스핀오프를 기획했습니다.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경성야록이 신문 속 「사건」을 따라간다면, 심묘한 산책은 같은 시절 경성 사람들의 「보통날」을 고양이 눈높이로 걷습니다.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43000"/>
            <a:ext cx="301752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57800" y="44348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호외 「□양이를 찾습니다」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왜 고양이의 눈높이인가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44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본편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쓴 지면 속 「사건」을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기사와 장치로 다시 읽기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44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심묘한 산책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 밖 경성 사람들의 「일상」을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글을 모르는 고양이와 걷기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안내자가 사람이 아니라 고양이입니다. 설명 대신 눈높이 · 소리 · 냄새로 도시를 보고, 사실은 옆 칸에서 쉬운 말로 짚습니다.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92608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독자, 귀여운 캐릭터와 일러스트를 좋아하는 젊은 층, 휴대폰으로 짧게 즐기는 사람.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92608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1899년 전차부터 1930년대 다방까지, 옛 신문 · 사진엽서 · 국가기록원 자료로 확인한 경성의 장소와 일상.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심묘 한 마리로 세 가지를 보여 주기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33172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2999232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2980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심묘의 시선으로 보는 경성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눈높이 · 고양이 색감으로 다시 그린 장소. 그림 속 숨은 이야기를 찾습니다.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2331720" cy="1463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2999232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38328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776472" y="2980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심묘의 이야기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활자를 물고 달아난 고양이의 하루. 신문 연재만화로 회마다 이어집니다.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2331720" cy="1463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72200" y="2999232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17220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565392" y="2980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보는 심묘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17220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옛 사진과 지면 속에 컬러 심묘가 숨어 있습니다. 사람의 기록은 흑백 그대로.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  ·  기획 과정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엿새 동안 기획을 세 번 다시 썼습니다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863840" cy="18288"/>
          </a:xfrm>
          <a:prstGeom prst="rect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· 첫 버전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경성야록에서 떼어 내 저장소를 따로 만들고, 메인 시안 10여 개를 실험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31136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고정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장마다 달라지던 고양이를 캐릭터 시트 한 장으로 고정, 표지 확정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95344" y="1719072"/>
            <a:ext cx="237744" cy="237744"/>
          </a:xfrm>
          <a:prstGeom prst="ellipse">
            <a:avLst/>
          </a:prstGeom>
          <a:solidFill>
            <a:srgbClr val="A8402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85616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다시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 피드백 반영. 세 개의 축과 ㄱ자 산책길로 구조를 새로 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59552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9824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그림체 통일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칭찬받은 1930년대 신문 만화풍으로 사이트 전체 그림을 맞춤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4032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연결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모드 · 폰 가독성 · 한자→한글, 경성야록 광고면에서 바로 이어짐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정해진 기획은 아니었습니다. 시안을 만들어 보고, 보고 싶은 경성이 안 보이면 버리고 다시 짰습니다.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  ·  시안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만들어 보고 고른 길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606040" cy="1143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3774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877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수채풍 표지 · 장소 카드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88720"/>
            <a:ext cx="2606040" cy="1143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46120" y="23774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심묘시티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246120" y="25877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배치를 본뜬 미니어처 경성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2606040" cy="1143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35040" y="23774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두루마리 종로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6035040" y="25877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가로로 이어지는 하루 산책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6080"/>
            <a:ext cx="2606040" cy="1143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" y="41148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속으로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싶은 경성이 안 보여서 접음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926080"/>
            <a:ext cx="2606040" cy="11430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246120" y="41148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편집국 수사 보드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324612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수사일지 같고 산책 분위기가 없음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926080"/>
            <a:ext cx="260604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035040" y="2926080"/>
            <a:ext cx="2606040" cy="1143000"/>
          </a:xfrm>
          <a:prstGeom prst="rect">
            <a:avLst/>
          </a:prstGeom>
          <a:ln w="31750">
            <a:solidFill>
              <a:srgbClr val="A8402C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6035040" y="41148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ㄱ자 산책길 (확정)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603504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가로로 걷다 모퉁이에서 아래로 꺾는 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콘텐츠 구조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심묘 한 마리에서 여덟 갈래로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11880" y="2194560"/>
            <a:ext cx="1920240" cy="1280160"/>
          </a:xfrm>
          <a:prstGeom prst="ellipse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한 마리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+ 1930년대 경성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식자실 · 호외 수배서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ㄱ자 산책길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00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8곳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2344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00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사람들의 눈 · 심묘의 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5146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곁골목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880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14곳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 연재만화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제1~11회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4904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놀이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심묘 · 공유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엽서 · 그림 저장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5146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 엔딩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2880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편집국 → 아침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콘텐츠 구조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한 번의 산책, 네 장면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874520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식자실에서 「ㄱ」을 물고 달아난 고양이, 호외 수배서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34440"/>
            <a:ext cx="1874520" cy="1600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6032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01752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ㄱ자 산책길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종로에서 한강까지, 심묘를 따라 걷는 한 줄 길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34440"/>
            <a:ext cx="1874520" cy="1600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장소마다 들어가 사람들의 눈 · 심묘의 눈으로 보기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234440"/>
            <a:ext cx="1874520" cy="1600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22376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 엔딩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편집국으로 돌아온 ㄱ, 빈칸 없는 아침 신문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오프닝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「ㄱ」 하나가 사라진 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60604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공부 부록을 찍던 해, 경성야록 식자실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0604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612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4612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자모표에 들어갈 「ㄱ」 하나를 물고 고양이가 사라짐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34440"/>
            <a:ext cx="2606040" cy="21945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03504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호외 「□양이를 찾습니다」 — ㄱ 자리는 모두 빈칸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곳곳의 글에서 「ㄱ」이 빠진 자리는 빈칸으로 남습니다. 연재만화에서는 빈칸을 붉은 글자로 채워 읽을 수도 있습니다.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메인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ㄱ자 산책길 — 메인 화면이 곧 지도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3291840" cy="64008"/>
          </a:xfrm>
          <a:prstGeom prst="rect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76472" y="1435608"/>
            <a:ext cx="64008" cy="2057400"/>
          </a:xfrm>
          <a:prstGeom prst="rect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 전차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8988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음반가게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168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 야시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3580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단성사 앞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344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모퉁이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7892" y="19659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1947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 빨래터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7892" y="24231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2404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설렁탕집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7892" y="28803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31720" y="28620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다방 창가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7892" y="33375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31720" y="3319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가로로 걷다 모퉁이에서 아래로 꺾이는 한 줄 길. 길 모양 자체가 심묘가 물고 간 「ㄱ」입니다.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 · 휠 · 터치로 걸으면 심묘가 장소마다 멈춰 몸짓을 하고, 곁골목 14곳으로 빠지는 발도장이 길가에 있습니다.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34440"/>
            <a:ext cx="4114800" cy="155448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80360"/>
            <a:ext cx="4114800" cy="155448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572000" y="45537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· 가로 거리(종로)   아래 · 세로 길 끝(한강)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골목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같은 자리, 두 개의 눈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977640" cy="2331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77640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사람들의 눈 · 실제 자료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사진 · 지면은 흑백 그대로 두고, 그 안에 컬러 심묘만 합성했습니다. 「사람의 기록은 흑백」.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심묘의 눈 · 재현 그림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눈높이와 색감, 습성에 맞춘 구도. 그림 속 반짝이는 자리를 누르면 실제 사실과 심묘의 한마디가 나옵니다.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곁골목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길가 발도장 너머, 곁골목 14곳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920240" cy="1234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조선박람회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88720"/>
            <a:ext cx="1920240" cy="1234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6032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화신백화점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1920240" cy="12344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경성방송국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88720"/>
            <a:ext cx="1920240" cy="12344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6656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빙수집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88920"/>
            <a:ext cx="1920240" cy="123444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5720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창경원 밤 벚꽃</a:t>
            </a:r>
            <a:endParaRPr lang="en-US" sz="1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788920"/>
            <a:ext cx="1920240" cy="123444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256032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경성운동장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788920"/>
            <a:ext cx="1920240" cy="12344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466344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경성역</a:t>
            </a:r>
            <a:endParaRPr lang="en-US" sz="1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2788920"/>
            <a:ext cx="1920240" cy="123444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676656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남대문시장</a:t>
            </a:r>
            <a:endParaRPr lang="en-US" sz="1000" dirty="0"/>
          </a:p>
        </p:txBody>
      </p:sp>
      <p:sp>
        <p:nvSpPr>
          <p:cNvPr id="20" name="Text 10"/>
          <p:cNvSpPr txBox="1"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사진관 · 이발소 · 한남서림 · 본정 · 경성우편국 · 미쓰코시. 곳마다 심묘가 6~8가지 몸짓을 하고, 확인된 사실과 출처가 붙습니다.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연재 · 놀이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신문 연재만화와 30초 놀이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977640" cy="23317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3977640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 「심묘」 제1~11회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1930년대 신문 연재 형식(제호 · 회차 · 네 칸 · 다음 회에 계속). 산책길 8곳이 회차로 이어집니다.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곳마다 30초 놀이 8가지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지붕 손님 · 나팔 속 노래 · 군밤 한 톨 · 맨 앞자리 · 방망이 장단 · 뚝배기 쌓기 · …툭. · 얼음 구멍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엔딩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자정, 심묘가 편집국으로 돌아오다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60604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자정. 불 켜진 편집국 앞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0604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612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4612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편집장 책상 위, 자모표에 「ㄱ」이 돌아옴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34440"/>
            <a:ext cx="2606040" cy="21945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03504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날 아침, 한글 공부 부록은 빈칸 없이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지킨 원칙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귀여워도, 경성은 정확하게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재현은 재현이라고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모두 「재현 그림」 표시. 심묘와 말풍선은 지어낸 이야기로 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기록만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· 연도 · 값은 출처가 있는 사실만. 곳마다 출처를 달고, 못 찾은 것은 쓰지 않음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오직 1930년대 조선의 경성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38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· 중국 · 서양풍 복식과 거리는 버림. 그림 속 가짜 글자는 흐리게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편안한 감각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538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· 섬광 · 웅웅거리는 소리 없음. 「움직임 줄이기」 설정 존중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그림 제작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같은 고양이가 모든 장면에 나오기까지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시트로 고정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5453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생성은 장마다 고양이가 달라짐 → 캐릭터 시트 한 장을 기준으로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+ 동작 컷 합성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368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미드저니로 장소 배경, ChatGPT로 심묘 동작 컷을 뽑아 합성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실제 옛 사진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91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복식 고증이 자꾸 일본 · 중국풍으로 나와, 사람 장면은 실제 자료로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 만화풍으로 통일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0142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굵은 먹선 · 바랜 납작한 색 · 누런 지면 질감으로 전체를 맞춤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23444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678" y="1417320"/>
            <a:ext cx="731763" cy="77724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43" y="1417320"/>
            <a:ext cx="821473" cy="77724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161" y="1417320"/>
            <a:ext cx="733678" cy="77724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08" y="2331720"/>
            <a:ext cx="1007905" cy="77724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401275"/>
            <a:ext cx="1051560" cy="707685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154" y="2331720"/>
            <a:ext cx="837692" cy="77724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5318" y="3246120"/>
            <a:ext cx="916485" cy="77724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1536" y="3246120"/>
            <a:ext cx="781487" cy="777240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5220" y="3302421"/>
            <a:ext cx="1051560" cy="720939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07492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동작 컷 350여 장 · 같은 배율과 기준점으로 맞춤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기술과 구현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들어간 프로그램과 기술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3749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움직임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 · CSS · JavaScript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산책길 카메라 · 심묘 걸음 · 골목 · 연재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Audio API · 음원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장면별 배경음악 4곡 · 효과음 24개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Midjourney · ChatGPT 이미지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배경 · 심묘 동작 컷 (재현 표기)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 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(Pillow)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누끼 · 테두리 정리 · 거리 그림 이어 붙이기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카드 미리 만들기 (og 이미지)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 · 인스타그램 · X · 스레드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·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Playwright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보조 · PC / 폰 화면 자동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· GitHub Pages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사이트 공개 · 경성야록과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옛 신문 · 국가기록원 · 서울역사박물관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· 연도 · 출처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기술과 구현  ·  문제 해결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부딪힌 문제와 푼 방법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장면마다 고양이 크기 · 자리가 흔들림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1188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188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컷을 같은 배율 · 몸 중심 기준점으로 맞추고, 튀는 애니메이션 제거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653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그림을 이어 붙인 자국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86537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865376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18653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전봇대를 경계로 잇고, 하늘과 땅을 한 장으로 통일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42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그림이 많아 화면이 무거움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5420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2542032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25420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밖 배경은 끄고, 필요할 때만 그림을 불러옴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18688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웅웅 · 떨림 소리가 거슬림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2186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97680" y="3218688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34840" y="3218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음역을 막고 짧은 야옹 · 종 소리만 남김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8953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공유하면 그림이 안 뜸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389534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97680" y="3895344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34840" y="38953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그림마다 공유 카드 페이지를 미리 만들어 미리보기에 그림이 뜨게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기술과 구현  ·  모바일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휴대폰에서는 신문 한 면처럼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463040" cy="3063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211C17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호외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188720"/>
            <a:ext cx="1463040" cy="3063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211C17">
                <a:alpha val="2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2139696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산책길 · 연재 띠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1188720"/>
            <a:ext cx="1463040" cy="3063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211C17">
                <a:alpha val="25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3822192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· 사실 칸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1188720"/>
            <a:ext cx="1463040" cy="3063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211C17">
                <a:alpha val="25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5504688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1188720"/>
            <a:ext cx="1463040" cy="3063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211C17">
                <a:alpha val="25000"/>
              </a:srgbClr>
            </a:outerShdw>
          </a:effectLst>
        </p:spPr>
      </p:pic>
      <p:sp>
        <p:nvSpPr>
          <p:cNvPr id="13" name="Text 6"/>
          <p:cNvSpPr txBox="1"/>
          <p:nvPr/>
        </p:nvSpPr>
        <p:spPr>
          <a:xfrm>
            <a:off x="7187184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곁골목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피드백 반영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받은 피드백과 바꾼 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188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의견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188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8132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48132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1481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「고양이가 활자를 무는 설정이 작위적. 핵심은 산책 · 경성 · 사람들 · 아름다운 이미지」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813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148132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14813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설정은 오프닝 · 엔딩에만 두고, 메인을 산책길과 장소 그림 중심으로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25856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225856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22585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칭찬받은 그림체 · 색감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2585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2080" y="225856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22585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전체를 그 1930년대 신문 만화풍으로 통일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F5D57"/>
          </a:solidFill>
          <a:ln w="12700">
            <a:solidFill>
              <a:srgbClr val="2F5D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03580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시연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303580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54480" y="30358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폰에서 화면 잘림 · 말풍선 위치 · 읽기 어려움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03580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2080" y="303580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49240" y="303580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전용 배치, 글씨 키움, 밤 모드(저녁 7시~아침 6시)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F5D57"/>
          </a:solidFill>
          <a:ln w="12700">
            <a:solidFill>
              <a:srgbClr val="2F5D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8130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시연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17320" y="381304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3813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보기 어려움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81304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12080" y="381304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49240" y="38130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광고면 수배 고양이 → 심묘한 산책으로 바로 연결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결과</a:t>
            </a:r>
            <a:endParaRPr lang="en-US" sz="9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숫자로 보는 심묘한 산책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산책길 장소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9696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곁골목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22192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 회차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88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4688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504688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놀이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87184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87184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350+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동작 컷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PC와 휴대폰 모두 지원 · 밤에는 등잔불 아래 신문처럼 어두워지는 밤 모드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광고면의 수배 고양이를 누르면 심묘한 산책 오프닝으로 바로 이어짐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그림을 저장하고 카카오톡 · 인스타그램 · X · 스레드로 공유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앞으로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다음 산책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목격 그림 더하기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09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본 심묘 장면을 곳마다 한 장씩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산책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86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길을 봄 · 여름 · 가을 · 겨울로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엽서 · 스티커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163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 칸과 수배 사진을 굿즈로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9A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글을 모르는 고양이의 눈으로,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9A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사람들이 걷던 경성을 다시 걷습니다.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840480" cy="32918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429000"/>
            <a:ext cx="860898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846320" y="4526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프로젝트  ·  기획 · 아트 디렉션 · 디자인 · 개발  김소이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myo Walk">
  <a:themeElements>
    <a:clrScheme name="Simmyo Walk">
      <a:dk1>
        <a:srgbClr val="211C17"/>
      </a:dk1>
      <a:lt1>
        <a:srgbClr val="F6F0E1"/>
      </a:lt1>
      <a:dk2>
        <a:srgbClr val="2F5D57"/>
      </a:dk2>
      <a:lt2>
        <a:srgbClr val="EBE2CC"/>
      </a:lt2>
      <a:accent1>
        <a:srgbClr val="A8402C"/>
      </a:accent1>
      <a:accent2>
        <a:srgbClr val="D99A2B"/>
      </a:accent2>
      <a:accent3>
        <a:srgbClr val="2F5D57"/>
      </a:accent3>
      <a:accent4>
        <a:srgbClr val="5B4F42"/>
      </a:accent4>
      <a:accent5>
        <a:srgbClr val="8A7B66"/>
      </a:accent5>
      <a:accent6>
        <a:srgbClr val="C3B394"/>
      </a:accent6>
      <a:hlink>
        <a:srgbClr val="A8402C"/>
      </a:hlink>
      <a:folHlink>
        <a:srgbClr val="5B4F42"/>
      </a:folHlink>
    </a:clrScheme>
    <a:fontScheme name="Simmyo Walk">
      <a:majorFont>
        <a:latin typeface="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심묘한 산책</dc:title>
  <dc:subject>PptxGenJS Presentation</dc:subject>
  <dc:creator>김소이</dc:creator>
  <cp:lastModifiedBy>김소이</cp:lastModifiedBy>
  <cp:revision>1</cp:revision>
  <dcterms:created xsi:type="dcterms:W3CDTF">2026-10-26T03:57:45Z</dcterms:created>
  <dcterms:modified xsi:type="dcterms:W3CDTF">2026-10-26T03:57:45Z</dcterms:modified>
</cp:coreProperties>
</file>